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media/image1.png" ContentType="image/png"/>
  <Override PartName="/ppt/media/image5.png" ContentType="image/png"/>
  <Override PartName="/ppt/media/image13.png" ContentType="image/png"/>
  <Override PartName="/ppt/media/image2.svg" ContentType="image/svg"/>
  <Override PartName="/ppt/media/image23.png" ContentType="image/png"/>
  <Override PartName="/ppt/media/image4.png" ContentType="image/png"/>
  <Override PartName="/ppt/media/image12.png" ContentType="image/png"/>
  <Override PartName="/ppt/media/image6.png" ContentType="image/png"/>
  <Override PartName="/ppt/media/image14.png" ContentType="image/png"/>
  <Override PartName="/ppt/media/image7.png" ContentType="image/png"/>
  <Override PartName="/ppt/media/image15.png" ContentType="image/png"/>
  <Override PartName="/ppt/media/image10.png" ContentType="image/png"/>
  <Override PartName="/ppt/media/image21.png" ContentType="image/png"/>
  <Override PartName="/ppt/media/image9.png" ContentType="image/png"/>
  <Override PartName="/ppt/media/image17.png" ContentType="image/png"/>
  <Override PartName="/ppt/media/image19.png" ContentType="image/png"/>
  <Override PartName="/ppt/media/image8.png" ContentType="image/png"/>
  <Override PartName="/ppt/media/image20.png" ContentType="image/png"/>
  <Override PartName="/ppt/media/image16.png" ContentType="image/png"/>
  <Override PartName="/ppt/media/image11.png" ContentType="image/png"/>
  <Override PartName="/ppt/media/image3.png" ContentType="image/png"/>
  <Override PartName="/ppt/media/image22.png" ContentType="image/png"/>
  <Override PartName="/ppt/media/image18.png" ContentType="image/png"/>
  <Override PartName="/ppt/media/image24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B7FB2-589A-48D8-B05D-592F59399C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4596A-7059-45D9-8EB1-CD06336631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328000"/>
            <a:ext cx="319500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C8B8570C-CD5C-41AF-A9AF-86BA36383D7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iva-gis.org/data.html" TargetMode="External"/><Relationship Id="rId2" Type="http://schemas.openxmlformats.org/officeDocument/2006/relationships/hyperlink" Target="https://geodata.ucdavis.edu/diva/adm/COL_adm.zip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hyperlink" Target="https://www.7-zip.org/" TargetMode="External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Geomática Básica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Practical 1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Introduction to QGIS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Esta práctica debe realizarze en su computador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Alternativamente, use la sala de informática</a:t>
            </a: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371600" y="3200400"/>
            <a:ext cx="7543800" cy="1600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Topics for Today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828800" y="1371600"/>
            <a:ext cx="5943600" cy="28648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What is QGIS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Pre-requisites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Basic Operations in QGIS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 Homework 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485447-AB73-4391-84D4-09E4F3F1BC1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What is QGIS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409680" y="1213200"/>
            <a:ext cx="9336600" cy="37929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17" name=""/>
          <p:cNvSpPr txBox="1"/>
          <p:nvPr/>
        </p:nvSpPr>
        <p:spPr>
          <a:xfrm>
            <a:off x="4114800" y="5139720"/>
            <a:ext cx="1743480" cy="3466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https://qgis.org/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56F69-D510-4F95-AA86-624A50D509C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502000" y="2527200"/>
            <a:ext cx="5157360" cy="2300040"/>
          </a:xfrm>
          <a:prstGeom prst="rect">
            <a:avLst/>
          </a:prstGeom>
          <a:noFill/>
          <a:ln w="36720">
            <a:noFill/>
          </a:ln>
        </p:spPr>
      </p:pic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2514600" y="1600200"/>
            <a:ext cx="5093280" cy="70704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21" name=""/>
          <p:cNvSpPr/>
          <p:nvPr/>
        </p:nvSpPr>
        <p:spPr>
          <a:xfrm>
            <a:off x="2586600" y="4428000"/>
            <a:ext cx="27432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286000" y="5029200"/>
            <a:ext cx="5593680" cy="3466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https://qgis.org/resources/installation-guide/#windows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792800" y="1143000"/>
            <a:ext cx="6702480" cy="37368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 1: You have installed QGIS in your computer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792800" y="1152000"/>
            <a:ext cx="670248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84C36A-EB24-44E4-87ED-CFAD43F0974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276200" y="1143000"/>
            <a:ext cx="7772400" cy="6570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 2: You have created folders for your work in GB2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252800" y="1144800"/>
            <a:ext cx="71694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3506760" y="1800000"/>
            <a:ext cx="2665440" cy="151092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29" name=""/>
          <p:cNvSpPr txBox="1"/>
          <p:nvPr/>
        </p:nvSpPr>
        <p:spPr>
          <a:xfrm>
            <a:off x="1828800" y="3886200"/>
            <a:ext cx="6172200" cy="137016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Under Documents create a folder named  </a:t>
            </a: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GB2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Under GB2 create a folder named </a:t>
            </a: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Proyecto1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Under Proyecto1 create a folder named </a:t>
            </a: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364800" y="3886200"/>
            <a:ext cx="6858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644800" y="4390200"/>
            <a:ext cx="12132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208200" y="4894200"/>
            <a:ext cx="7938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93307-3F29-4BDD-859F-814F5057E48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36800" y="1143000"/>
            <a:ext cx="8325000" cy="6570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 3: You have downloaded  geospatial data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36800" y="1144800"/>
            <a:ext cx="65070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828800" y="1769400"/>
            <a:ext cx="6629400" cy="211644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Go to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  <a:hlinkClick r:id="rId1"/>
              </a:rPr>
              <a:t>https://diva-gis.org/data.html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In Country, select 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Colombia</a:t>
            </a: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In Subject, select 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Administrative Areas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  Download   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 </a:t>
            </a: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  <a:hlinkClick r:id="rId2"/>
              </a:rPr>
              <a:t>COL_adm.zip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46400" y="4428000"/>
            <a:ext cx="6301800" cy="40284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Repeat the process for the following subjects: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600200" y="1828800"/>
            <a:ext cx="5715000" cy="20574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3"/>
          <a:stretch/>
        </p:blipFill>
        <p:spPr>
          <a:xfrm>
            <a:off x="7880040" y="3893760"/>
            <a:ext cx="1492560" cy="159264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40" name=""/>
          <p:cNvSpPr txBox="1"/>
          <p:nvPr/>
        </p:nvSpPr>
        <p:spPr>
          <a:xfrm>
            <a:off x="8350200" y="4307400"/>
            <a:ext cx="276840" cy="3736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✓</a:t>
            </a:r>
            <a:endParaRPr b="0" lang="en-US" sz="20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9034560" y="4811400"/>
            <a:ext cx="276840" cy="3736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✓</a:t>
            </a:r>
            <a:endParaRPr b="0" lang="en-US" sz="20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106920" y="5135400"/>
            <a:ext cx="276840" cy="37368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✓</a:t>
            </a:r>
            <a:endParaRPr b="0" lang="en-US" sz="20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75985F-CFE9-4BFF-8BFE-97461F95EC6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36800" y="1143000"/>
            <a:ext cx="8325000" cy="6570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 3: You have downloaded  geospatial data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036800" y="1144800"/>
            <a:ext cx="65070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4679640" y="1800000"/>
            <a:ext cx="2406960" cy="14925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47" name=""/>
          <p:cNvSpPr txBox="1"/>
          <p:nvPr/>
        </p:nvSpPr>
        <p:spPr>
          <a:xfrm>
            <a:off x="1206000" y="2170800"/>
            <a:ext cx="3137400" cy="71532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Download raster data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 GeoTIFF format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3809520" y="3629880"/>
            <a:ext cx="1085400" cy="1964160"/>
          </a:xfrm>
          <a:prstGeom prst="rect">
            <a:avLst/>
          </a:prstGeom>
          <a:noFill/>
          <a:ln w="36720">
            <a:noFill/>
          </a:ln>
        </p:spPr>
      </p:pic>
      <p:pic>
        <p:nvPicPr>
          <p:cNvPr id="49" name="" descr=""/>
          <p:cNvPicPr/>
          <p:nvPr/>
        </p:nvPicPr>
        <p:blipFill>
          <a:blip r:embed="rId3"/>
          <a:stretch/>
        </p:blipFill>
        <p:spPr>
          <a:xfrm>
            <a:off x="4896000" y="3661920"/>
            <a:ext cx="2728440" cy="189972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C4A73-DAED-41A1-93F6-86DC7F6A16A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36800" y="1143000"/>
            <a:ext cx="8325000" cy="6570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Pre-requisite 4: You have unzipped  geospatial data in GB2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36800" y="1144800"/>
            <a:ext cx="69642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543400" y="2971800"/>
            <a:ext cx="885600" cy="206640"/>
          </a:xfrm>
          <a:prstGeom prst="rect">
            <a:avLst/>
          </a:prstGeom>
          <a:noFill/>
          <a:ln w="3672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5486760" y="2179080"/>
            <a:ext cx="1142640" cy="216432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55" name=""/>
          <p:cNvSpPr/>
          <p:nvPr/>
        </p:nvSpPr>
        <p:spPr>
          <a:xfrm>
            <a:off x="4114800" y="28152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549160" y="3539880"/>
            <a:ext cx="879840" cy="34632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Zipped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486400" y="4454280"/>
            <a:ext cx="1146600" cy="34632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Unzipped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055040" y="2401200"/>
            <a:ext cx="974160" cy="175356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hlinkClick r:id="rId3"/>
              </a:rPr>
              <a:t>7-Zip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WinRAR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WinZip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802512-674C-4E2D-9DFD-A88BDA8C84F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937440" y="1027440"/>
            <a:ext cx="7941960" cy="44589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444400" y="2286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694400" y="984600"/>
            <a:ext cx="2849400" cy="4572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QGIS Graphic Interface</a:t>
            </a:r>
            <a:endParaRPr b="0" lang="en-US" sz="1600" strike="noStrike" u="non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64800" y="1263600"/>
            <a:ext cx="349200" cy="120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174039-145E-4A48-8A0C-1EDD6705771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444400" y="2286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20600" y="1708200"/>
            <a:ext cx="4390200" cy="365760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65" name=""/>
          <p:cNvSpPr/>
          <p:nvPr/>
        </p:nvSpPr>
        <p:spPr>
          <a:xfrm>
            <a:off x="2118600" y="2224800"/>
            <a:ext cx="1107000" cy="192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4618800" y="1160640"/>
            <a:ext cx="5335560" cy="1499760"/>
          </a:xfrm>
          <a:prstGeom prst="rect">
            <a:avLst/>
          </a:prstGeom>
          <a:noFill/>
          <a:ln w="36720">
            <a:noFill/>
          </a:ln>
        </p:spPr>
      </p:pic>
      <p:grpSp>
        <p:nvGrpSpPr>
          <p:cNvPr id="67" name=""/>
          <p:cNvGrpSpPr/>
          <p:nvPr/>
        </p:nvGrpSpPr>
        <p:grpSpPr>
          <a:xfrm>
            <a:off x="5065200" y="2802960"/>
            <a:ext cx="4600800" cy="2773800"/>
            <a:chOff x="5065200" y="2802960"/>
            <a:chExt cx="4600800" cy="2773800"/>
          </a:xfrm>
        </p:grpSpPr>
        <p:pic>
          <p:nvPicPr>
            <p:cNvPr id="68" name="" descr=""/>
            <p:cNvPicPr/>
            <p:nvPr/>
          </p:nvPicPr>
          <p:blipFill>
            <a:blip r:embed="rId3"/>
            <a:stretch/>
          </p:blipFill>
          <p:spPr>
            <a:xfrm>
              <a:off x="5065200" y="2802960"/>
              <a:ext cx="4600800" cy="2503440"/>
            </a:xfrm>
            <a:prstGeom prst="rect">
              <a:avLst/>
            </a:prstGeom>
            <a:noFill/>
            <a:ln w="36720">
              <a:noFill/>
            </a:ln>
          </p:spPr>
        </p:pic>
        <p:pic>
          <p:nvPicPr>
            <p:cNvPr id="69" name="" descr=""/>
            <p:cNvPicPr/>
            <p:nvPr/>
          </p:nvPicPr>
          <p:blipFill>
            <a:blip r:embed="rId4"/>
            <a:stretch/>
          </p:blipFill>
          <p:spPr>
            <a:xfrm>
              <a:off x="8515800" y="5257080"/>
              <a:ext cx="1143000" cy="319680"/>
            </a:xfrm>
            <a:prstGeom prst="rect">
              <a:avLst/>
            </a:prstGeom>
            <a:noFill/>
            <a:ln w="36720">
              <a:noFill/>
            </a:ln>
          </p:spPr>
        </p:pic>
      </p:grpSp>
      <p:sp>
        <p:nvSpPr>
          <p:cNvPr id="70" name=""/>
          <p:cNvSpPr/>
          <p:nvPr/>
        </p:nvSpPr>
        <p:spPr>
          <a:xfrm>
            <a:off x="9144000" y="5306400"/>
            <a:ext cx="478800" cy="192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673200" y="2093400"/>
            <a:ext cx="228600" cy="192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323000" y="3252600"/>
            <a:ext cx="350280" cy="48672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1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7200" y="1697400"/>
            <a:ext cx="480600" cy="192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486400" y="2173680"/>
            <a:ext cx="350280" cy="48672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486760" y="4369680"/>
            <a:ext cx="350280" cy="48672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38641-DB05-48D7-846B-B1B3236BDA9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1600200" y="1083240"/>
            <a:ext cx="6922440" cy="44031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444400" y="2286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535920" y="4572000"/>
            <a:ext cx="350280" cy="48672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4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387200" y="5221800"/>
            <a:ext cx="480600" cy="1926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B94902-CBB3-43F6-9EAB-52AD9C65530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600200" y="1083240"/>
            <a:ext cx="6922440" cy="44031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444400" y="2286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CDBD96-3096-493F-AB22-2E8046FE410A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036800" y="1143000"/>
            <a:ext cx="8325000" cy="657000"/>
          </a:xfrm>
          <a:prstGeom prst="rect">
            <a:avLst/>
          </a:prstGeom>
          <a:noFill/>
          <a:ln w="3672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Repeat the procedure to add the remaining layers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36800" y="1144800"/>
            <a:ext cx="6507000" cy="34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90360" y="3297600"/>
            <a:ext cx="4830840" cy="40284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Note that Elevation is a raster layer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"/>
          <p:cNvGrpSpPr/>
          <p:nvPr/>
        </p:nvGrpSpPr>
        <p:grpSpPr>
          <a:xfrm>
            <a:off x="4114800" y="1561680"/>
            <a:ext cx="1503720" cy="1615320"/>
            <a:chOff x="4114800" y="1561680"/>
            <a:chExt cx="1503720" cy="1615320"/>
          </a:xfrm>
        </p:grpSpPr>
        <p:pic>
          <p:nvPicPr>
            <p:cNvPr id="87" name="" descr=""/>
            <p:cNvPicPr/>
            <p:nvPr/>
          </p:nvPicPr>
          <p:blipFill>
            <a:blip r:embed="rId1"/>
            <a:stretch/>
          </p:blipFill>
          <p:spPr>
            <a:xfrm>
              <a:off x="4114800" y="1561680"/>
              <a:ext cx="1492560" cy="1592640"/>
            </a:xfrm>
            <a:prstGeom prst="rect">
              <a:avLst/>
            </a:prstGeom>
            <a:noFill/>
            <a:ln w="36720">
              <a:noFill/>
            </a:ln>
          </p:spPr>
        </p:pic>
        <p:sp>
          <p:nvSpPr>
            <p:cNvPr id="88" name=""/>
            <p:cNvSpPr txBox="1"/>
            <p:nvPr/>
          </p:nvSpPr>
          <p:spPr>
            <a:xfrm>
              <a:off x="4584960" y="1975320"/>
              <a:ext cx="276840" cy="373680"/>
            </a:xfrm>
            <a:prstGeom prst="rect">
              <a:avLst/>
            </a:prstGeom>
            <a:noFill/>
            <a:ln w="3672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20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✓</a:t>
              </a:r>
              <a:endPara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 txBox="1"/>
            <p:nvPr/>
          </p:nvSpPr>
          <p:spPr>
            <a:xfrm>
              <a:off x="5269320" y="2479320"/>
              <a:ext cx="276840" cy="373680"/>
            </a:xfrm>
            <a:prstGeom prst="rect">
              <a:avLst/>
            </a:prstGeom>
            <a:noFill/>
            <a:ln w="3672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20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✓</a:t>
              </a:r>
              <a:endPara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 txBox="1"/>
            <p:nvPr/>
          </p:nvSpPr>
          <p:spPr>
            <a:xfrm>
              <a:off x="5341680" y="2803320"/>
              <a:ext cx="276840" cy="373680"/>
            </a:xfrm>
            <a:prstGeom prst="rect">
              <a:avLst/>
            </a:prstGeom>
            <a:noFill/>
            <a:ln w="3672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20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✓</a:t>
              </a:r>
              <a:endParaRPr b="0" lang="en-US" sz="2000" strike="noStrike" u="non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1231560" y="3743280"/>
            <a:ext cx="5398200" cy="12801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92" name=""/>
          <p:cNvSpPr/>
          <p:nvPr/>
        </p:nvSpPr>
        <p:spPr>
          <a:xfrm>
            <a:off x="3575880" y="4310280"/>
            <a:ext cx="3027600" cy="3258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7880400" y="4179240"/>
            <a:ext cx="1600200" cy="45936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94" name=""/>
          <p:cNvSpPr/>
          <p:nvPr/>
        </p:nvSpPr>
        <p:spPr>
          <a:xfrm>
            <a:off x="7880400" y="4379400"/>
            <a:ext cx="1600200" cy="2592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47BAE3-C5CE-4D12-9180-1A9EE484F01C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1783800" y="1011240"/>
            <a:ext cx="6757200" cy="458460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B090D-D7B9-4DEC-8D94-72B72CF1B6DE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Basic Operations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57200" y="1467000"/>
            <a:ext cx="5934600" cy="3924000"/>
          </a:xfrm>
          <a:prstGeom prst="rect">
            <a:avLst/>
          </a:prstGeom>
          <a:noFill/>
          <a:ln w="3672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7436880" y="1828800"/>
            <a:ext cx="1935720" cy="2624040"/>
          </a:xfrm>
          <a:prstGeom prst="rect">
            <a:avLst/>
          </a:prstGeom>
          <a:noFill/>
          <a:ln w="36720">
            <a:noFill/>
          </a:ln>
        </p:spPr>
      </p:pic>
      <p:sp>
        <p:nvSpPr>
          <p:cNvPr id="100" name=""/>
          <p:cNvSpPr/>
          <p:nvPr/>
        </p:nvSpPr>
        <p:spPr>
          <a:xfrm>
            <a:off x="7436880" y="1828800"/>
            <a:ext cx="1935720" cy="262404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91400" y="1120680"/>
            <a:ext cx="2023200" cy="34632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Save your project: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315200" y="1371600"/>
            <a:ext cx="2396160" cy="34632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Your files should look: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23EE25-B322-4570-BD6A-A1786396FFD0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Homework</a:t>
            </a:r>
            <a:endParaRPr b="0" lang="en-US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514600" y="2430360"/>
            <a:ext cx="4788720" cy="770040"/>
          </a:xfrm>
          <a:prstGeom prst="rect">
            <a:avLst/>
          </a:prstGeom>
          <a:noFill/>
          <a:ln w="3672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Bring an USB with the folder GB2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 the classroom on 11 February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IALS,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F45AA8-EA0D-42C5-B741-B40B2CCABA6E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LibreOffice/25.2.4.3$MacOSX_AARCH64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2026-02-01T14:26:03Z</dcterms:created>
  <dc:creator/>
  <dc:description>This work is licensed under a Creative Commons 0 License.
It makes use of the works of Alexander Wilms.</dc:description>
  <dc:language>en-US</dc:language>
  <cp:lastModifiedBy/>
  <cp:lastPrinted>2026-02-01T16:30:29Z</cp:lastPrinted>
  <dcterms:modified xsi:type="dcterms:W3CDTF">2026-02-01T16:29:50Z</dcterms:modified>
  <cp:revision>13</cp:revision>
  <dc:subject/>
  <dc:title>Metropolis</dc:title>
</cp:coreProperties>
</file>